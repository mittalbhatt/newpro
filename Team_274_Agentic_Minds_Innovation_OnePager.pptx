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</a:defRPr>
            </a:pPr>
            <a:r>
              <a:t>Team 274 | Agentic Minds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Agentic AI for Business-Aware Incident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Problem Statement</a:t>
            </a:r>
          </a:p>
          <a:p/>
          <a:p>
            <a:r>
              <a:t>• Incidents handled reactively after customer impact</a:t>
            </a:r>
          </a:p>
          <a:p>
            <a:r>
              <a:t>• No time-based prioritization of issues</a:t>
            </a:r>
          </a:p>
          <a:p>
            <a:r>
              <a:t>• Business impact not visible to support teams</a:t>
            </a:r>
          </a:p>
          <a:p>
            <a:r>
              <a:t>• Repeated failures not detected as patterns</a:t>
            </a:r>
          </a:p>
          <a:p>
            <a:r>
              <a:t>• High-severity client issues missed</a:t>
            </a:r>
          </a:p>
          <a:p>
            <a:r>
              <a:t>• Scattered data affects audit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0972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Predictive Solution Workflow</a:t>
            </a:r>
          </a:p>
          <a:p/>
          <a:p>
            <a:r>
              <a:t>Agentic AI-Driven Intelligence</a:t>
            </a:r>
          </a:p>
          <a:p>
            <a:r>
              <a:t>• Auto-correlates incidents across services</a:t>
            </a:r>
          </a:p>
          <a:p>
            <a:r>
              <a:t>• Time-aware analysis (1 Day / 1 Week / 1 Month)</a:t>
            </a:r>
          </a:p>
          <a:p>
            <a:r>
              <a:t>• Guides teams with recommended actions</a:t>
            </a:r>
          </a:p>
          <a:p/>
          <a:p>
            <a:r>
              <a:t>Predicts Business Risk</a:t>
            </a:r>
          </a:p>
          <a:p>
            <a:r>
              <a:t>• Identifies client-facing &amp; recurring failures</a:t>
            </a:r>
          </a:p>
          <a:p>
            <a:r>
              <a:t>• Assesses customer &amp; revenue impact</a:t>
            </a:r>
          </a:p>
          <a:p/>
          <a:p>
            <a:r>
              <a:t>Monitors &amp; Scores Urgency</a:t>
            </a:r>
          </a:p>
          <a:p>
            <a:r>
              <a:t>• Real-time severity scoring</a:t>
            </a:r>
          </a:p>
          <a:p>
            <a:r>
              <a:t>• Escalation &amp; CRQ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Key Benefits</a:t>
            </a:r>
          </a:p>
          <a:p>
            <a:r>
              <a:t>• Faster resolution of client-facing incidents</a:t>
            </a:r>
          </a:p>
          <a:p>
            <a:r>
              <a:t>• Reduced escalation &amp; operational cost</a:t>
            </a:r>
          </a:p>
          <a:p>
            <a:r>
              <a:t>• Improved customer experience</a:t>
            </a:r>
          </a:p>
          <a:p>
            <a:r>
              <a:t>• Lower manual effort for support teams</a:t>
            </a:r>
          </a:p>
          <a:p>
            <a:r>
              <a:t>• Audit-ready governance &amp; compliance</a:t>
            </a:r>
          </a:p>
          <a:p>
            <a:r>
              <a:t>• Consistent enterprise-wide incident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0972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Categories Impacts</a:t>
            </a:r>
          </a:p>
          <a:p>
            <a:r>
              <a:t>• Enhance Operational Efficiency with AI</a:t>
            </a:r>
          </a:p>
          <a:p>
            <a:r>
              <a:t>• Enhance Agent Experience with AI</a:t>
            </a:r>
          </a:p>
          <a:p/>
          <a:p>
            <a:r>
              <a:t>Team Members</a:t>
            </a:r>
          </a:p>
          <a:p>
            <a:r>
              <a:t>• Dayma, Kuldipsinh</a:t>
            </a:r>
          </a:p>
          <a:p>
            <a:r>
              <a:t>• Bhatt, Mittal</a:t>
            </a:r>
          </a:p>
          <a:p>
            <a:r>
              <a:t>• Shah, Shriya</a:t>
            </a:r>
          </a:p>
          <a:p>
            <a:r>
              <a:t>• Mori, Varsha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