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Team 274 | Agentic Minds</a:t>
            </a:r>
          </a:p>
          <a:p>
            <a:pPr>
              <a:defRPr sz="1400">
                <a:solidFill>
                  <a:srgbClr val="DCE6F0"/>
                </a:solidFill>
              </a:defRPr>
            </a:pPr>
            <a:r>
              <a:t>Agentic AI for Business-Aware Incident Orchestration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235440" y="1005840"/>
            <a:ext cx="2926080" cy="548640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1188720"/>
            <a:ext cx="25603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Categories Impacts</a:t>
            </a:r>
          </a:p>
          <a:p>
            <a:pPr>
              <a:defRPr sz="1200">
                <a:solidFill>
                  <a:srgbClr val="E6F0FA"/>
                </a:solidFill>
              </a:defRPr>
            </a:pPr>
            <a:r>
              <a:t>• Enhance Operational Efficiency with AI</a:t>
            </a:r>
            <a:br/>
            <a:r>
              <a:t>• Enhance Agent Experience with AI</a:t>
            </a:r>
          </a:p>
          <a:p>
            <a:br/>
            <a:pPr>
              <a:defRPr sz="1200">
                <a:solidFill>
                  <a:srgbClr val="E6F0FA"/>
                </a:solidFill>
              </a:defRPr>
            </a:pPr>
            <a:r>
              <a:t>Team Members</a:t>
            </a:r>
            <a:br/>
            <a:r>
              <a:t>• Dayma, Kuldipsinh</a:t>
            </a:r>
            <a:br/>
            <a:r>
              <a:t>• Bhatt, Mittal</a:t>
            </a:r>
            <a:br/>
            <a:r>
              <a:t>• Shah, Shriya</a:t>
            </a:r>
            <a:br/>
            <a:r>
              <a:t>• Mori, Varsha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88720"/>
            <a:ext cx="292608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/>
            </a:pPr>
            <a:r>
              <a:t>Problem Statement</a:t>
            </a:r>
          </a:p>
          <a:p>
            <a:pPr>
              <a:defRPr sz="1200"/>
            </a:pPr>
            <a:r>
              <a:t>• Incidents handled reactively</a:t>
            </a:r>
            <a:br/>
            <a:r>
              <a:t>• No time-based prioritization</a:t>
            </a:r>
            <a:br/>
            <a:r>
              <a:t>• Business impact not visible</a:t>
            </a:r>
            <a:br/>
            <a:r>
              <a:t>• Repeated failures undetected</a:t>
            </a:r>
            <a:br/>
            <a:r>
              <a:t>• High-severity client issues missed</a:t>
            </a:r>
            <a:br/>
            <a:r>
              <a:t>• Scattered data affects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188720"/>
            <a:ext cx="557784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/>
            </a:pPr>
            <a:r>
              <a:t>Predictive Solution Workflow</a:t>
            </a:r>
          </a:p>
          <a:p>
            <a:pPr>
              <a:defRPr sz="1200"/>
            </a:pPr>
            <a:r>
              <a:t>Agentic AI–Driven Intelligence</a:t>
            </a:r>
            <a:br/>
            <a:r>
              <a:t>• Auto-correlates incidents across services</a:t>
            </a:r>
            <a:br/>
            <a:r>
              <a:t>• Time-aware analysis (1 Day / 1 Week / 1 Month)</a:t>
            </a:r>
            <a:br/>
            <a:r>
              <a:t>• Guides agents with recommended actions</a:t>
            </a:r>
            <a:br/>
            <a:br/>
            <a:r>
              <a:t>Predicts Business Risk</a:t>
            </a:r>
            <a:br/>
            <a:r>
              <a:t>• Identifies client-facing &amp; recurring failures</a:t>
            </a:r>
            <a:br/>
            <a:r>
              <a:t>• Assesses customer &amp; revenue impact</a:t>
            </a:r>
            <a:br/>
            <a:br/>
            <a:r>
              <a:t>Monitors &amp; Scores Urgency</a:t>
            </a:r>
            <a:br/>
            <a:r>
              <a:t>• Real-time severity scoring</a:t>
            </a:r>
            <a:br/>
            <a:r>
              <a:t>• Escalation &amp; CRQ 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206240"/>
            <a:ext cx="8686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/>
            </a:pPr>
            <a:r>
              <a:t>Key Benefits</a:t>
            </a:r>
          </a:p>
          <a:p>
            <a:pPr>
              <a:defRPr sz="1200"/>
            </a:pPr>
            <a:r>
              <a:t>• Faster resolution of client-facing incidents</a:t>
            </a:r>
            <a:br/>
            <a:r>
              <a:t>• Reduced escalation &amp; operational cost</a:t>
            </a:r>
            <a:br/>
            <a:r>
              <a:t>• Improved customer experience</a:t>
            </a:r>
            <a:br/>
            <a:r>
              <a:t>• Lower manual effort for agents</a:t>
            </a:r>
            <a:br/>
            <a:r>
              <a:t>• Audit-ready governance &amp; compliance</a:t>
            </a:r>
            <a:br/>
            <a:r>
              <a:t>• Consistent enterprise-wide incident handling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