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BANKS FACE AI TESTING DILEMMA:</a:t>
            </a:r>
          </a:p>
          <a:p/>
          <a:p>
            <a:r>
              <a:t>🔒 CAN'T USE REAL DATA        🚫 CAN'T USE FAKE DATA</a:t>
            </a:r>
          </a:p>
          <a:p>
            <a:r>
              <a:t>• Privacy Laws                • Doesn't work for AI</a:t>
            </a:r>
          </a:p>
          <a:p>
            <a:r>
              <a:t>• GDPR/CCPA fines             • Misses real patterns</a:t>
            </a:r>
          </a:p>
          <a:p>
            <a:r>
              <a:t>• Security risks              • Wasted development</a:t>
            </a:r>
          </a:p>
          <a:p>
            <a:r>
              <a:t>• Legal liability             • Poor AI performance</a:t>
            </a:r>
          </a:p>
          <a:p/>
          <a:p>
            <a:r>
              <a:t>RESULT: AI Innovation Stalled 🛑</a:t>
            </a:r>
          </a:p>
          <a:p/>
          <a:p>
            <a:r>
              <a:t>Current Solutions Fail</a:t>
            </a:r>
          </a:p>
          <a:p>
            <a:r>
              <a:t>· Data Masking: Destroys patterns ❌</a:t>
            </a:r>
          </a:p>
          <a:p>
            <a:r>
              <a:t>· Simple Synthesis: Not realistic ❌</a:t>
            </a:r>
          </a:p>
          <a:p>
            <a:r>
              <a:t>· Manual Processes: Slow &amp; expensive ❌</a:t>
            </a:r>
          </a:p>
          <a:p>
            <a:r>
              <a:t>· No Testing: Risky deployments 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DATA VAULT WITH GADN:</a:t>
            </a:r>
          </a:p>
          <a:p/>
          <a:p>
            <a:r>
              <a:t>Real Bank Data → RISK MASK → GADN ENGINE → Synthetic Data → AI Testing</a:t>
            </a:r>
          </a:p>
          <a:p/>
          <a:p>
            <a:r>
              <a:t>🎯 PRESERVES PATTERNS    🔒 GUARANTEES PRIVACY</a:t>
            </a:r>
          </a:p>
          <a:p>
            <a:r>
              <a:t>• Fraud detection          • No real customers</a:t>
            </a:r>
          </a:p>
          <a:p>
            <a:r>
              <a:t>• Credit scoring           • Mathematical proof</a:t>
            </a:r>
          </a:p>
          <a:p>
            <a:r>
              <a:t>• Customer behavior        • Regulatory compliance</a:t>
            </a:r>
          </a:p>
          <a:p>
            <a:r>
              <a:t>• Market trends            • Audit ready</a:t>
            </a:r>
          </a:p>
          <a:p/>
          <a:p>
            <a:r>
              <a:t>Core Innovation Points</a:t>
            </a:r>
          </a:p>
          <a:p>
            <a:r>
              <a:t>1. Hybrid GAN-Diffusion Architecture ⚡</a:t>
            </a:r>
          </a:p>
          <a:p>
            <a:r>
              <a:t>2. Risk-Mask Guided Generation 🛡️</a:t>
            </a:r>
          </a:p>
          <a:p>
            <a:r>
              <a:t>3. Progressive Constraint Application 📈</a:t>
            </a:r>
          </a:p>
          <a:p>
            <a:r>
              <a:t>4. Automated Compliance Certification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DATA PREPARATION    PHASE 2: CORE SYNTHESIS</a:t>
            </a:r>
          </a:p>
          <a:p>
            <a:r>
              <a:t>DATA SOURCES → RISK MASK → GADN ENGINE → SYNTHETIC DATA</a:t>
            </a:r>
          </a:p>
          <a:p>
            <a:r>
              <a:t>• Privacy tests • Utility tests • Certification</a:t>
            </a:r>
          </a:p>
          <a:p>
            <a:r>
              <a:t>• Private &amp; Realistic • AI Testing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 ONLY: Fast but unstable</a:t>
            </a:r>
          </a:p>
          <a:p>
            <a:r>
              <a:t>DIFFUSION ONLY: Quality but slow</a:t>
            </a:r>
          </a:p>
          <a:p>
            <a:r>
              <a:t>GADN HYBRID: Combines both for speed, stability, and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MASK = AUTOMATED PRIVACY RULEBOOK</a:t>
            </a:r>
          </a:p>
          <a:p/>
          <a:p>
            <a:r>
              <a:t>HIGH RISK DATA 🚫 (Destroy &amp; Replace)</a:t>
            </a:r>
          </a:p>
          <a:p>
            <a:r>
              <a:t>MEDIUM RISK ⚠️ (Constrain &amp; Modify)</a:t>
            </a:r>
          </a:p>
          <a:p>
            <a:r>
              <a:t>LOW RISK ✅ (Preserve &amp; Copy)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Pattern Learning</a:t>
            </a:r>
          </a:p>
          <a:p>
            <a:r>
              <a:t>STAGE 2: Balanced Learning</a:t>
            </a:r>
          </a:p>
          <a:p>
            <a:r>
              <a:t>STAGE 3: Privacy Focus</a:t>
            </a:r>
          </a:p>
          <a:p/>
          <a:p>
            <a:r>
              <a:t>Learns patterns first → Enforces privacy later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Optimizes: Realism + Privacy + Pattern + Rule</a:t>
            </a:r>
          </a:p>
          <a:p/>
          <a:p>
            <a:r>
              <a:t>Simultaneously improves AI utility and privacy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Credit Card Fraud Detection Testing</a:t>
            </a:r>
          </a:p>
          <a:p/>
          <a:p>
            <a:r>
              <a:t>Input Real Data → Apply Risk Mask → GADN Generate → Synthetic Output → Validate</a:t>
            </a:r>
          </a:p>
          <a:p/>
          <a:p>
            <a:r>
              <a:t>Results: Realistic, Private, and Effective AI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🛡️ REGULATORY COMPLIANCE</a:t>
            </a:r>
          </a:p>
          <a:p>
            <a:r>
              <a:t>🚀 OPERATIONAL EFFICIENCY</a:t>
            </a:r>
          </a:p>
          <a:p>
            <a:r>
              <a:t>🎯 AI EFFECTIVENESS</a:t>
            </a:r>
          </a:p>
          <a:p/>
          <a:p>
            <a:r>
              <a:t>Breakthroughs:</a:t>
            </a:r>
          </a:p>
          <a:p>
            <a:r>
              <a:t>⚡ Hybrid Architecture</a:t>
            </a:r>
          </a:p>
          <a:p>
            <a:r>
              <a:t>🛡️ Risk-Aware Generation</a:t>
            </a:r>
          </a:p>
          <a:p>
            <a:r>
              <a:t>📈 Progressive Learning</a:t>
            </a:r>
          </a:p>
          <a:p>
            <a:r>
              <a:t>✅ Automated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HYBRID GAN-DIFFUSION SYSTEM</a:t>
            </a:r>
          </a:p>
          <a:p>
            <a:r>
              <a:t>2. RISK-MASK GUIDED GENERATION</a:t>
            </a:r>
          </a:p>
          <a:p>
            <a:r>
              <a:t>3. PROGRESSIVE CONSTRAINT SYSTEM</a:t>
            </a:r>
          </a:p>
          <a:p>
            <a:r>
              <a:t>4. SMART MULTI-OBJECTIVE LOSS</a:t>
            </a:r>
          </a:p>
          <a:p>
            <a:r>
              <a:t>5. END-TO-END COMPLIANCE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USE CASES:</a:t>
            </a:r>
          </a:p>
          <a:p>
            <a:r>
              <a:t>• Fraud Detection</a:t>
            </a:r>
          </a:p>
          <a:p>
            <a:r>
              <a:t>• Credit Scoring</a:t>
            </a:r>
          </a:p>
          <a:p>
            <a:r>
              <a:t>• Customer Service AI</a:t>
            </a:r>
          </a:p>
          <a:p>
            <a:r>
              <a:t>• Risk Management</a:t>
            </a:r>
          </a:p>
          <a:p/>
          <a:p>
            <a:r>
              <a:t>Benefits:</a:t>
            </a:r>
          </a:p>
          <a:p>
            <a:r>
              <a:t>• 90% lower compliance cost</a:t>
            </a:r>
          </a:p>
          <a:p>
            <a:r>
              <a:t>• 10x faster AI cycles</a:t>
            </a:r>
          </a:p>
          <a:p>
            <a:r>
              <a:t>• 0% privacy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GADN SOLVES AI VS PRIVACY DILEMMA</a:t>
            </a:r>
          </a:p>
          <a:p/>
          <a:p>
            <a:r>
              <a:t>✅ Hybrid Architecture</a:t>
            </a:r>
          </a:p>
          <a:p>
            <a:r>
              <a:t>🛡️ Risk-aware generation</a:t>
            </a:r>
          </a:p>
          <a:p>
            <a:r>
              <a:t>📈 Progressive Learning</a:t>
            </a:r>
          </a:p>
          <a:p>
            <a:r>
              <a:t>✅ Automated Compliance</a:t>
            </a:r>
          </a:p>
          <a:p/>
          <a:p>
            <a:r>
              <a:t>Result: Privacy-Preserving AI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