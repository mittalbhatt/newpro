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Agentic AI for Business-Aware Incident Orchestration</a:t>
            </a:r>
          </a:p>
          <a:p>
            <a:pPr>
              <a:defRPr sz="2000">
                <a:solidFill>
                  <a:srgbClr val="DCE6F0"/>
                </a:solidFill>
              </a:defRPr>
            </a:pPr>
            <a:r>
              <a:t>Predictive Intelligence for Proactive Incident Management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Team 274 | Agentic Minds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🔍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⚠️ Incidents handled reactively</a:t>
            </a:r>
          </a:p>
          <a:p>
            <a:r>
              <a:t>⏰ No time-based prioritization</a:t>
            </a:r>
          </a:p>
          <a:p>
            <a:r>
              <a:t>📉 Business impact not visible</a:t>
            </a:r>
          </a:p>
          <a:p>
            <a:r>
              <a:t>🔄 Repeated failures undetected</a:t>
            </a:r>
          </a:p>
          <a:p>
            <a:r>
              <a:t>🚨 High-severity client issues missed</a:t>
            </a:r>
          </a:p>
          <a:p>
            <a:r>
              <a:t>📊 Scattered data affects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🔄 Predictive Solution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474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🤖 Agentic AI–Driven Intelligence</a:t>
            </a:r>
          </a:p>
          <a:p>
            <a:r>
              <a:t>• Auto-correlates incidents</a:t>
            </a:r>
          </a:p>
          <a:p>
            <a:r>
              <a:t>• Time-aware analysis</a:t>
            </a:r>
          </a:p>
          <a:p>
            <a:r>
              <a:t>• 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1280160"/>
            <a:ext cx="3474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📊 Predicts Business Risk</a:t>
            </a:r>
          </a:p>
          <a:p>
            <a:r>
              <a:t>• Client-facing failures</a:t>
            </a:r>
          </a:p>
          <a:p>
            <a:r>
              <a:t>• Recurring issues</a:t>
            </a:r>
          </a:p>
          <a:p>
            <a:r>
              <a:t>• Revenue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280160"/>
            <a:ext cx="3474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🚨 Monitors &amp; Scores Urgency</a:t>
            </a:r>
          </a:p>
          <a:p>
            <a:r>
              <a:t>• Severity scoring</a:t>
            </a:r>
          </a:p>
          <a:p>
            <a:r>
              <a:t>• Escalation</a:t>
            </a:r>
          </a:p>
          <a:p>
            <a:r>
              <a:t>• CRQ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✅ Key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⚡ Faster resolution of client-facing incidents</a:t>
            </a:r>
          </a:p>
          <a:p>
            <a:r>
              <a:t>💸 Reduced escalation &amp; operational cost</a:t>
            </a:r>
          </a:p>
          <a:p>
            <a:r>
              <a:t>😊 Improved customer experience</a:t>
            </a:r>
          </a:p>
          <a:p>
            <a:r>
              <a:t>👨‍💻 Lower manual effort for agents</a:t>
            </a:r>
          </a:p>
          <a:p>
            <a:r>
              <a:t>📋 Audit-ready governance &amp; compliance</a:t>
            </a:r>
          </a:p>
          <a:p>
            <a:r>
              <a:t>🏢 Consistent enterprise-wide incident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Team Overview &amp; Category Impacts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👤 Dayma, Kuldipsinh</a:t>
            </a:r>
          </a:p>
          <a:p>
            <a:r>
              <a:t>👤 Bhatt, Mittal</a:t>
            </a:r>
          </a:p>
          <a:p>
            <a:r>
              <a:t>👤 Shah, Shriya</a:t>
            </a:r>
          </a:p>
          <a:p>
            <a:r>
              <a:t>👤 Mori, Varsha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Category Impacts</a:t>
            </a:r>
          </a:p>
          <a:p/>
          <a:p>
            <a:r>
              <a:t>✅ Enhance Operational Efficiency with AI</a:t>
            </a:r>
          </a:p>
          <a:p>
            <a:r>
              <a:t>✅ Enhance Agent Experience with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