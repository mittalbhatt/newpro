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274 | Agentic Minds</a:t>
            </a: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Agentic AI for Business-Aware Incident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1005840"/>
            <a:ext cx="3017520" cy="5486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118872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Categories Impacts</a:t>
            </a:r>
          </a:p>
          <a:p>
            <a:pPr>
              <a:defRPr sz="1200"/>
            </a:pPr>
            <a:r>
              <a:t>⚙ Enhance Operational Efficiency with AI</a:t>
            </a:r>
            <a:br/>
            <a:r>
              <a:t>🤖 Enhance Agent Experience with AI</a:t>
            </a:r>
          </a:p>
          <a:p>
            <a:br/>
            <a:pPr>
              <a:defRPr b="1" sz="1400"/>
            </a:pPr>
            <a:r>
              <a:t>Team Members</a:t>
            </a:r>
          </a:p>
          <a:p>
            <a:pPr>
              <a:defRPr sz="1200"/>
            </a:pPr>
            <a:r>
              <a:t>👤 Dayma, Kuldipsinh</a:t>
            </a:r>
            <a:br/>
            <a:r>
              <a:t>👤 Bhatt, Mittal</a:t>
            </a:r>
            <a:br/>
            <a:r>
              <a:t>👤 Shah, Shriya</a:t>
            </a:r>
            <a:br/>
            <a:r>
              <a:t>👤 Mori, Varsha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9260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🚨 Problem Statement</a:t>
            </a:r>
          </a:p>
          <a:p>
            <a:pPr>
              <a:defRPr sz="1200"/>
            </a:pPr>
            <a:r>
              <a:t>• Incidents handled reactively</a:t>
            </a:r>
            <a:br/>
            <a:r>
              <a:t>• No time-based prioritization</a:t>
            </a:r>
            <a:br/>
            <a:r>
              <a:t>• Business impact not visible</a:t>
            </a:r>
            <a:br/>
            <a:r>
              <a:t>• Repeated failures undetected</a:t>
            </a:r>
            <a:br/>
            <a:r>
              <a:t>• High-severity client issues missed</a:t>
            </a:r>
            <a:br/>
            <a:r>
              <a:t>• Scattered data affects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188720"/>
            <a:ext cx="5486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🧠 Predictive Solution Workflow</a:t>
            </a:r>
          </a:p>
          <a:p>
            <a:pPr>
              <a:defRPr sz="1200"/>
            </a:pPr>
            <a:r>
              <a:t>Agentic AI–Driven Intelligence</a:t>
            </a:r>
            <a:br/>
            <a:r>
              <a:t>🤖 Auto-correlates incidents across services</a:t>
            </a:r>
            <a:br/>
            <a:r>
              <a:t>⏱ Time-aware analysis (1 Day / 1 Week / 1 Month)</a:t>
            </a:r>
            <a:br/>
            <a:r>
              <a:t>🧭 Guides agents with recommended actions</a:t>
            </a:r>
            <a:br/>
            <a:br/>
            <a:r>
              <a:t>📊 Predicts Business Risk</a:t>
            </a:r>
            <a:br/>
            <a:r>
              <a:t>• Identifies client-facing &amp; recurring failures</a:t>
            </a:r>
            <a:br/>
            <a:r>
              <a:t>• Assesses customer &amp; revenue impact</a:t>
            </a:r>
            <a:br/>
            <a:br/>
            <a:r>
              <a:t>🚦 Monitors &amp; Scores Urgency</a:t>
            </a:r>
            <a:br/>
            <a:r>
              <a:t>• Real-time severity scoring</a:t>
            </a:r>
            <a:br/>
            <a:r>
              <a:t>• Escalation &amp; CRQ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97680"/>
            <a:ext cx="8503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⭐ Key Benefits</a:t>
            </a:r>
          </a:p>
          <a:p>
            <a:pPr>
              <a:defRPr sz="1200"/>
            </a:pPr>
            <a:r>
              <a:t>⚡ Faster resolution of client-facing incidents</a:t>
            </a:r>
            <a:br/>
            <a:r>
              <a:t>💰 Reduced escalation &amp; operational cost</a:t>
            </a:r>
            <a:br/>
            <a:r>
              <a:t>😊 Improved customer experience</a:t>
            </a:r>
            <a:br/>
            <a:r>
              <a:t>🧑‍💻 Lower manual effort for agents</a:t>
            </a:r>
            <a:br/>
            <a:r>
              <a:t>🛡 Audit-ready governance &amp; compliance</a:t>
            </a:r>
            <a:br/>
            <a:r>
              <a:t>🔁 Consistent enterprise-wide incident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