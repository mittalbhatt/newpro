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Agentic AI for Business-Aware Incident Orchestration</a:t>
            </a:r>
          </a:p>
          <a:p>
            <a:pPr>
              <a:defRPr sz="1300">
                <a:solidFill>
                  <a:srgbClr val="DCE6F0"/>
                </a:solidFill>
              </a:defRPr>
            </a:pPr>
            <a:r>
              <a:t>Predictive Intelligence for Proactive Incident Management | Team 274 – Agentic Minds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9235440" y="960120"/>
            <a:ext cx="2926080" cy="5577840"/>
          </a:xfrm>
          <a:prstGeom prst="rect">
            <a:avLst/>
          </a:prstGeom>
          <a:solidFill>
            <a:srgbClr val="EC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143000"/>
            <a:ext cx="25603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/>
            </a:pPr>
            <a:r>
              <a:t>Category Impacts</a:t>
            </a:r>
          </a:p>
          <a:p>
            <a:pPr>
              <a:defRPr sz="1200"/>
            </a:pPr>
            <a:r>
              <a:t>✅ Enhance Operational Efficiency with AI</a:t>
            </a:r>
            <a:br/>
            <a:r>
              <a:t>✅ Enhance Agent Experience with AI</a:t>
            </a:r>
          </a:p>
          <a:p>
            <a:br/>
            <a:pPr>
              <a:defRPr b="1" sz="1400"/>
            </a:pPr>
            <a:r>
              <a:t>Team Members</a:t>
            </a:r>
          </a:p>
          <a:p>
            <a:pPr>
              <a:defRPr sz="1200"/>
            </a:pPr>
            <a:r>
              <a:t>👤 Dayma, Kuldipsinh</a:t>
            </a:r>
            <a:br/>
            <a:r>
              <a:t>👤 Bhatt, Mittal</a:t>
            </a:r>
            <a:br/>
            <a:r>
              <a:t>👤 Shah, Shriya</a:t>
            </a:r>
            <a:br/>
            <a:r>
              <a:t>👤 Mori, Varsha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834640" cy="274320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25880"/>
            <a:ext cx="2560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/>
            </a:pPr>
            <a:r>
              <a:t>🔍 Problem Statement</a:t>
            </a:r>
          </a:p>
          <a:p>
            <a:pPr>
              <a:defRPr sz="1200"/>
            </a:pPr>
            <a:r>
              <a:t>⚠️ Incidents handled reactively</a:t>
            </a:r>
            <a:br/>
            <a:r>
              <a:t>⏰ No time-based prioritization</a:t>
            </a:r>
            <a:br/>
            <a:r>
              <a:t>📉 Business impact not visible</a:t>
            </a:r>
            <a:br/>
            <a:r>
              <a:t>🔄 Repeated failures undetected</a:t>
            </a:r>
            <a:br/>
            <a:r>
              <a:t>🚨 High-severity client issues missed</a:t>
            </a:r>
            <a:br/>
            <a:r>
              <a:t>📊 Scattered data affects compliance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188720"/>
            <a:ext cx="5669280" cy="411480"/>
          </a:xfrm>
          <a:prstGeom prst="rect">
            <a:avLst/>
          </a:prstGeom>
          <a:solidFill>
            <a:srgbClr val="DC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23444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🔄 Predictive Solution Workflow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691640"/>
            <a:ext cx="5669280" cy="100584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783080"/>
            <a:ext cx="53949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🤖 Agentic AI–Driven Intelligence</a:t>
            </a:r>
          </a:p>
          <a:p>
            <a:r>
              <a:t>• Auto-correlates incidents across services</a:t>
            </a:r>
          </a:p>
          <a:p>
            <a:r>
              <a:t>• Time-aware analysis (1 Day / 1 Week / 1 Month)</a:t>
            </a:r>
          </a:p>
          <a:p>
            <a:r>
              <a:t>• Guides agents with recommended actions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2743200"/>
            <a:ext cx="5669280" cy="7772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83464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📊 Predicts Business Risk</a:t>
            </a:r>
          </a:p>
          <a:p>
            <a:r>
              <a:t>• Identifies client-facing &amp; recurring failures</a:t>
            </a:r>
          </a:p>
          <a:p>
            <a:r>
              <a:t>• Assesses customer &amp; revenue impact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3566160"/>
            <a:ext cx="5669280" cy="777240"/>
          </a:xfrm>
          <a:prstGeom prst="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365760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🚨 Monitors &amp; Scores Urgency</a:t>
            </a:r>
          </a:p>
          <a:p>
            <a:r>
              <a:t>• Real-time severity scoring</a:t>
            </a:r>
          </a:p>
          <a:p>
            <a:r>
              <a:t>• Escalation &amp; CRQ recommendation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480560"/>
            <a:ext cx="8778240" cy="411480"/>
          </a:xfrm>
          <a:prstGeom prst="rect">
            <a:avLst/>
          </a:prstGeom>
          <a:solidFill>
            <a:srgbClr val="DC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52628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✅ Key Benefits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937760"/>
            <a:ext cx="8412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⚡ Faster resolution of client-facing incidents    💸 Reduced escalation &amp; operational cost</a:t>
            </a:r>
          </a:p>
          <a:p>
            <a:r>
              <a:t>😊 Improved customer experience                👨‍💻 Lower manual effort for agents</a:t>
            </a:r>
          </a:p>
          <a:p>
            <a:r>
              <a:t>📋 Audit-ready governance &amp; compliance          🏢 Consistent enterprise-wide incident handling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