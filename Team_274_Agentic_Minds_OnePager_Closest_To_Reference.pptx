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Team 274 | Agentic Minds</a:t>
            </a:r>
          </a:p>
          <a:p>
            <a:pPr>
              <a:defRPr sz="1400">
                <a:solidFill>
                  <a:srgbClr val="DCE6F0"/>
                </a:solidFill>
              </a:defRPr>
            </a:pPr>
            <a:r>
              <a:t>Agentic AI for Business-Aware Incident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235440" y="960120"/>
            <a:ext cx="2926080" cy="5577840"/>
          </a:xfrm>
          <a:prstGeom prst="rect">
            <a:avLst/>
          </a:prstGeom>
          <a:solidFill>
            <a:srgbClr val="EC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1143000"/>
            <a:ext cx="2560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Categories Impacts</a:t>
            </a:r>
          </a:p>
          <a:p>
            <a:pPr>
              <a:defRPr sz="1200"/>
            </a:pPr>
            <a:r>
              <a:t>• Enhance Operational Efficiency with AI</a:t>
            </a:r>
            <a:br/>
            <a:r>
              <a:t>• Enhance Agent Experience with AI</a:t>
            </a:r>
          </a:p>
          <a:p>
            <a:br/>
            <a:pPr>
              <a:defRPr b="1" sz="1400"/>
            </a:pPr>
            <a:r>
              <a:t>Team Members</a:t>
            </a:r>
          </a:p>
          <a:p>
            <a:pPr>
              <a:defRPr sz="1200"/>
            </a:pPr>
            <a:r>
              <a:t>• Dayma, Kuldipsinh</a:t>
            </a:r>
            <a:br/>
            <a:r>
              <a:t>• Bhatt, Mittal</a:t>
            </a:r>
            <a:br/>
            <a:r>
              <a:t>• Shah, Shriya</a:t>
            </a:r>
            <a:br/>
            <a:r>
              <a:t>• Mori, Varsha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834640" cy="2926080"/>
          </a:xfrm>
          <a:prstGeom prst="rect">
            <a:avLst/>
          </a:prstGeom>
          <a:solidFill>
            <a:srgbClr val="FAE6E6"/>
          </a:solidFill>
          <a:ln>
            <a:solidFill>
              <a:srgbClr val="EB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/>
            </a:pPr>
            <a:r>
              <a:t>Problem Statement</a:t>
            </a:r>
          </a:p>
          <a:p>
            <a:pPr>
              <a:defRPr sz="1200"/>
            </a:pPr>
            <a:r>
              <a:t>• Incidents handled reactively</a:t>
            </a:r>
            <a:br/>
            <a:r>
              <a:t>• No time-based prioritization</a:t>
            </a:r>
            <a:br/>
            <a:r>
              <a:t>• Business impact not visible</a:t>
            </a:r>
            <a:br/>
            <a:r>
              <a:t>• Repeated failures undetected</a:t>
            </a:r>
            <a:br/>
            <a:r>
              <a:t>• High-severity client issues missed</a:t>
            </a:r>
            <a:br/>
            <a:r>
              <a:t>• Scattered data affects compliance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188720"/>
            <a:ext cx="5669280" cy="411480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Predictive Solution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91640"/>
            <a:ext cx="5669280" cy="1097280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5394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Agentic AI–Driven Intelligence</a:t>
            </a:r>
          </a:p>
          <a:p>
            <a:r>
              <a:t>• Auto-correlates incidents across services</a:t>
            </a:r>
          </a:p>
          <a:p>
            <a:r>
              <a:t>• Time-aware analysis (1 Day / 1 Week / 1 Month)</a:t>
            </a:r>
          </a:p>
          <a:p>
            <a:r>
              <a:t>• Guides agents with recommended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880360"/>
            <a:ext cx="5669280" cy="82296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971800"/>
            <a:ext cx="5394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Predicts Business Risk</a:t>
            </a:r>
          </a:p>
          <a:p>
            <a:r>
              <a:t>• Identifies client-facing &amp; recurring failures</a:t>
            </a:r>
          </a:p>
          <a:p>
            <a:r>
              <a:t>• Assesses customer &amp; revenue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749039"/>
            <a:ext cx="5669280" cy="77724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384048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Monitors &amp; Scores Urgency</a:t>
            </a:r>
          </a:p>
          <a:p>
            <a:r>
              <a:t>• Real-time severity scoring</a:t>
            </a:r>
          </a:p>
          <a:p>
            <a:r>
              <a:t>• Escalation &amp; CRQ recommendation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17720"/>
            <a:ext cx="8778240" cy="411480"/>
          </a:xfrm>
          <a:prstGeom prst="rect">
            <a:avLst/>
          </a:prstGeom>
          <a:solidFill>
            <a:srgbClr val="D2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66344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Key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07492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• Faster resolution of client-facing incidents    • Reduced escalation &amp; operational cost</a:t>
            </a:r>
          </a:p>
          <a:p>
            <a:r>
              <a:t>• Improved customer experience                • Lower manual effort for agents</a:t>
            </a:r>
          </a:p>
          <a:p>
            <a:r>
              <a:t>• Audit-ready governance &amp; compliance          • Consistent enterprise-wide incident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